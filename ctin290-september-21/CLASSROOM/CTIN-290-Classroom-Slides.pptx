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957b16fba4844" /><Relationship Type="http://schemas.openxmlformats.org/officeDocument/2006/relationships/extended-properties" Target="/docProps/app.xml" Id="R2328526c11734ac2" /><Relationship Type="http://schemas.openxmlformats.org/officeDocument/2006/relationships/officeDocument" Target="/ppt/presentation.xml" Id="Rc773f65a4c52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0bd4d68a343eb"/>
  </p:sldMasterIdLst>
  <p:notesMasterIdLst>
    <p:notesMasterId xmlns:r="http://schemas.openxmlformats.org/officeDocument/2006/relationships" r:id="R5854e783bf9d4e45"/>
  </p:notesMasterIdLst>
  <p:sldIdLst>
    <p:sldId xmlns:r="http://schemas.openxmlformats.org/officeDocument/2006/relationships" id="256" r:id="R3ff3690ab5fb4e16"/>
    <p:sldId xmlns:r="http://schemas.openxmlformats.org/officeDocument/2006/relationships" id="257" r:id="R99cfe0a8deaa4cb1"/>
    <p:sldId xmlns:r="http://schemas.openxmlformats.org/officeDocument/2006/relationships" id="258" r:id="R9c24a2860d904e5b"/>
    <p:sldId xmlns:r="http://schemas.openxmlformats.org/officeDocument/2006/relationships" id="259" r:id="R587e8856fd714f31"/>
    <p:sldId xmlns:r="http://schemas.openxmlformats.org/officeDocument/2006/relationships" id="260" r:id="R3c43bd9bf64e4c87"/>
    <p:sldId xmlns:r="http://schemas.openxmlformats.org/officeDocument/2006/relationships" id="261" r:id="Rae5876b996c04b28"/>
    <p:sldId xmlns:r="http://schemas.openxmlformats.org/officeDocument/2006/relationships" id="262" r:id="R941f75c8007948c0"/>
    <p:sldId xmlns:r="http://schemas.openxmlformats.org/officeDocument/2006/relationships" id="263" r:id="Rb831060afd284393"/>
    <p:sldId xmlns:r="http://schemas.openxmlformats.org/officeDocument/2006/relationships" id="264" r:id="R158422983f344024"/>
    <p:sldId xmlns:r="http://schemas.openxmlformats.org/officeDocument/2006/relationships" id="265" r:id="Rcf6f3c404a804ccf"/>
    <p:sldId xmlns:r="http://schemas.openxmlformats.org/officeDocument/2006/relationships" id="266" r:id="R0b8dc0b919af4702"/>
    <p:sldId xmlns:r="http://schemas.openxmlformats.org/officeDocument/2006/relationships" id="267" r:id="R61fb0903355c4ce4"/>
    <p:sldId xmlns:r="http://schemas.openxmlformats.org/officeDocument/2006/relationships" id="268" r:id="R7a9f44fdad3d43eb"/>
    <p:sldId xmlns:r="http://schemas.openxmlformats.org/officeDocument/2006/relationships" id="269" r:id="R62ef0041ba0b45b0"/>
    <p:sldId xmlns:r="http://schemas.openxmlformats.org/officeDocument/2006/relationships" id="270" r:id="Ra3bf6e003f1c45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e6b1c3d32f44c2" /><Relationship Type="http://schemas.openxmlformats.org/officeDocument/2006/relationships/slideMaster" Target="/ppt/slideMasters/slideMaster1.xml" Id="R8810bd4d68a343eb" /><Relationship Type="http://schemas.openxmlformats.org/officeDocument/2006/relationships/notesMaster" Target="/ppt/notesMasters/notesMaster1.xml" Id="R5854e783bf9d4e45" /><Relationship Type="http://schemas.openxmlformats.org/officeDocument/2006/relationships/presProps" Target="/ppt/presProps.xml" Id="R31f718abc4484e2e" /><Relationship Type="http://schemas.openxmlformats.org/officeDocument/2006/relationships/tableStyles" Target="/ppt/tableStyles.xml" Id="R80070ace9a6b4ed1" /><Relationship Type="http://schemas.openxmlformats.org/officeDocument/2006/relationships/slide" Target="/ppt/slides/slide1.xml" Id="R3ff3690ab5fb4e16" /><Relationship Type="http://schemas.openxmlformats.org/officeDocument/2006/relationships/slide" Target="/ppt/slides/slide2.xml" Id="R99cfe0a8deaa4cb1" /><Relationship Type="http://schemas.openxmlformats.org/officeDocument/2006/relationships/slide" Target="/ppt/slides/slide3.xml" Id="R9c24a2860d904e5b" /><Relationship Type="http://schemas.openxmlformats.org/officeDocument/2006/relationships/slide" Target="/ppt/slides/slide4.xml" Id="R587e8856fd714f31" /><Relationship Type="http://schemas.openxmlformats.org/officeDocument/2006/relationships/slide" Target="/ppt/slides/slide5.xml" Id="R3c43bd9bf64e4c87" /><Relationship Type="http://schemas.openxmlformats.org/officeDocument/2006/relationships/slide" Target="/ppt/slides/slide6.xml" Id="Rae5876b996c04b28" /><Relationship Type="http://schemas.openxmlformats.org/officeDocument/2006/relationships/slide" Target="/ppt/slides/slide7.xml" Id="R941f75c8007948c0" /><Relationship Type="http://schemas.openxmlformats.org/officeDocument/2006/relationships/slide" Target="/ppt/slides/slide8.xml" Id="Rb831060afd284393" /><Relationship Type="http://schemas.openxmlformats.org/officeDocument/2006/relationships/slide" Target="/ppt/slides/slide9.xml" Id="R158422983f344024" /><Relationship Type="http://schemas.openxmlformats.org/officeDocument/2006/relationships/slide" Target="/ppt/slides/slide10.xml" Id="Rcf6f3c404a804ccf" /><Relationship Type="http://schemas.openxmlformats.org/officeDocument/2006/relationships/slide" Target="/ppt/slides/slide11.xml" Id="R0b8dc0b919af4702" /><Relationship Type="http://schemas.openxmlformats.org/officeDocument/2006/relationships/slide" Target="/ppt/slides/slide12.xml" Id="R61fb0903355c4ce4" /><Relationship Type="http://schemas.openxmlformats.org/officeDocument/2006/relationships/slide" Target="/ppt/slides/slide13.xml" Id="R7a9f44fdad3d43eb" /><Relationship Type="http://schemas.openxmlformats.org/officeDocument/2006/relationships/slide" Target="/ppt/slides/slide14.xml" Id="R62ef0041ba0b45b0" /><Relationship Type="http://schemas.openxmlformats.org/officeDocument/2006/relationships/slide" Target="/ppt/slides/slide15.xml" Id="Ra3bf6e003f1c45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a11c2e7231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5f38c312714db5" /><Relationship Type="http://schemas.openxmlformats.org/officeDocument/2006/relationships/notesMaster" Target="/ppt/notesMasters/notesMaster1.xml" Id="Rbeff87c55f06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23e8110d914318" /><Relationship Type="http://schemas.openxmlformats.org/officeDocument/2006/relationships/notesMaster" Target="/ppt/notesMasters/notesMaster1.xml" Id="Racf64b2b3b65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d09e7b938483f" /><Relationship Type="http://schemas.openxmlformats.org/officeDocument/2006/relationships/notesMaster" Target="/ppt/notesMasters/notesMaster1.xml" Id="R36fbce340e08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e6a8f1b424eda" /><Relationship Type="http://schemas.openxmlformats.org/officeDocument/2006/relationships/notesMaster" Target="/ppt/notesMasters/notesMaster1.xml" Id="Rf5e742da9e4845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7702414cd43fe" /><Relationship Type="http://schemas.openxmlformats.org/officeDocument/2006/relationships/notesMaster" Target="/ppt/notesMasters/notesMaster1.xml" Id="R1088c3aa72074f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736f0cfa334cc2" /><Relationship Type="http://schemas.openxmlformats.org/officeDocument/2006/relationships/notesMaster" Target="/ppt/notesMasters/notesMaster1.xml" Id="Rb465586733884a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0ebf08aa174f55" /><Relationship Type="http://schemas.openxmlformats.org/officeDocument/2006/relationships/notesMaster" Target="/ppt/notesMasters/notesMaster1.xml" Id="Rcc9cd405631b41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0db5e206944918" /><Relationship Type="http://schemas.openxmlformats.org/officeDocument/2006/relationships/notesMaster" Target="/ppt/notesMasters/notesMaster1.xml" Id="R4d3e20629452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d3c375cb2c450f" /><Relationship Type="http://schemas.openxmlformats.org/officeDocument/2006/relationships/notesMaster" Target="/ppt/notesMasters/notesMaster1.xml" Id="R4dc2d5398ae9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de42a5bc0c4413" /><Relationship Type="http://schemas.openxmlformats.org/officeDocument/2006/relationships/notesMaster" Target="/ppt/notesMasters/notesMaster1.xml" Id="Re8e4c67cafc140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19336edd9467b" /><Relationship Type="http://schemas.openxmlformats.org/officeDocument/2006/relationships/notesMaster" Target="/ppt/notesMasters/notesMaster1.xml" Id="R08831ece8d9f48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b228a72ec54d7c" /><Relationship Type="http://schemas.openxmlformats.org/officeDocument/2006/relationships/notesMaster" Target="/ppt/notesMasters/notesMaster1.xml" Id="R6fe5b4bb77e742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c3b2cb4a234387" /><Relationship Type="http://schemas.openxmlformats.org/officeDocument/2006/relationships/notesMaster" Target="/ppt/notesMasters/notesMaster1.xml" Id="R250d9b099b884e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3f38e335bb458d" /><Relationship Type="http://schemas.openxmlformats.org/officeDocument/2006/relationships/notesMaster" Target="/ppt/notesMasters/notesMaster1.xml" Id="R4adfe7b603eb43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bcdd662396495d" /><Relationship Type="http://schemas.openxmlformats.org/officeDocument/2006/relationships/notesMaster" Target="/ppt/notesMasters/notesMaster1.xml" Id="Rd7c74cf9645245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Source: https://www.youtube.com/watch?v=DSCKfXpAGHc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Source: https://www.youtube.com/watch?v=3Mbynm0pGX0&amp;t=448s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CTIN 290, September 21, 2026. Course syllabus and rubric supplied by Gordon. Use the accompanying classroom.html for local interactive exercises.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70588a4f745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55403a05145d1" /><Relationship Type="http://schemas.openxmlformats.org/officeDocument/2006/relationships/slideLayout" Target="/ppt/slideLayouts/slideLayout1.xml" Id="Rd1a32d51491a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32d51491a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3a6fee1094cdb" /><Relationship Type="http://schemas.openxmlformats.org/officeDocument/2006/relationships/notesSlide" Target="/ppt/notesSlides/notesSlide1.xml" Id="R0fb8d872a97442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4440ee4942f8" /><Relationship Type="http://schemas.openxmlformats.org/officeDocument/2006/relationships/notesSlide" Target="/ppt/notesSlides/notesSlide2.xml" Id="R5448c63697c844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ca861b58842fc" /><Relationship Type="http://schemas.openxmlformats.org/officeDocument/2006/relationships/notesSlide" Target="/ppt/notesSlides/notesSlide3.xml" Id="Rdf25b37457c642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ee22ad7234f35" /><Relationship Type="http://schemas.openxmlformats.org/officeDocument/2006/relationships/notesSlide" Target="/ppt/notesSlides/notesSlide4.xml" Id="R5b32b515677246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b80d42184448" /><Relationship Type="http://schemas.openxmlformats.org/officeDocument/2006/relationships/notesSlide" Target="/ppt/notesSlides/notesSlide5.xml" Id="R780248048756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43e78d5824569" /><Relationship Type="http://schemas.openxmlformats.org/officeDocument/2006/relationships/notesSlide" Target="/ppt/notesSlides/notesSlide6.xml" Id="R1ac2931c5484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a715bd6ae4b05" /><Relationship Type="http://schemas.openxmlformats.org/officeDocument/2006/relationships/notesSlide" Target="/ppt/notesSlides/notesSlide7.xml" Id="R4d649c8c703a41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68d2c70014200" /><Relationship Type="http://schemas.openxmlformats.org/officeDocument/2006/relationships/notesSlide" Target="/ppt/notesSlides/notesSlide8.xml" Id="R4a9cae8510824e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0ebd3899a4581" /><Relationship Type="http://schemas.openxmlformats.org/officeDocument/2006/relationships/notesSlide" Target="/ppt/notesSlides/notesSlide9.xml" Id="Rfbcc4276c8ab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2a0c888e64d9f" /><Relationship Type="http://schemas.openxmlformats.org/officeDocument/2006/relationships/notesSlide" Target="/ppt/notesSlides/notesSlide10.xml" Id="R76944524536148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8e17d7f8c427d" /><Relationship Type="http://schemas.openxmlformats.org/officeDocument/2006/relationships/notesSlide" Target="/ppt/notesSlides/notesSlide11.xml" Id="R29566e585b1a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2eda4593143ec" /><Relationship Type="http://schemas.openxmlformats.org/officeDocument/2006/relationships/notesSlide" Target="/ppt/notesSlides/notesSlide12.xml" Id="Rc378fa928c624f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d8c401705463f" /><Relationship Type="http://schemas.openxmlformats.org/officeDocument/2006/relationships/notesSlide" Target="/ppt/notesSlides/notesSlide13.xml" Id="R8122c9de13dd47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bb372963a46e3" /><Relationship Type="http://schemas.openxmlformats.org/officeDocument/2006/relationships/notesSlide" Target="/ppt/notesSlides/notesSlide14.xml" Id="R9d1d4d108e8643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3e52883884eb1" /><Relationship Type="http://schemas.openxmlformats.org/officeDocument/2006/relationships/notesSlide" Target="/ppt/notesSlides/notesSlide15.xml" Id="R1e3bf1a9fcf540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F2571-394D-4CD1-8B82-6A862A4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10:00 to 10:08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FA4F-8A53-4A42-BACE-6634154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Sound and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AC3A-704E-4EE6-AE2C-EFBAB25C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The same action. The same sound. Compare when they meet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FBD64-BAD8-480F-9E09-2F70B1BC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Does the sound arrive before, with, or after contact?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Point to the event that supports your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1E2DD-2007-49CC-874C-C9981D4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the sound-and-action lab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67536-05D1-423C-8B1D-DB14414F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5179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C12FF-38D1-429E-87A2-5A815F9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10:08 to 10:12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D26F8-3309-4C3A-AD61-FCB8BA85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One question, three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60F4A-DEFC-478E-B675-E7D18148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Watch closely. Name the choice. Support the 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D9F74-48DD-4A26-B1EC-C74318E6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Blocking: positions, paths, distance and facing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Gesturality: an expressive bodily action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Reaction shot: a view emphasizing a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3AEA6-E11E-461D-A130-BEF3F3A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student guide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AA312-D628-490D-9E8F-F5D8E3C7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215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4ED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59563-8241-4DAB-B40F-FCAD67E8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10:12 to 10:24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97F5F-74A0-4424-97B4-F3C70EB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Hamilton · the official trailer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CE529-0F4F-46D5-8FA1-DE2AE7E6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Watch once. Inspect a frame. Watch again with a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36ED-5BCE-4B1B-896C-5D8DA0EB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At 0:15, what arrangement can you actually see?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What does a closer view give you? What disappears?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4C4A2-3031-4520-8803-28CE35A7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official Hamilton trailer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F65B9-3E94-4B44-AEE4-220EA36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3681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AC089-351B-42BB-A5DF-10CEC698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10:24 to 10:36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568DF-553C-4D27-A970-59029045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Critical Role · action and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FB324-0C4D-4657-8B5D-15800FD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Watch 7:28 to 8:38. Inspect hands at 7:38; compare speaker at 8:28 and listener at 8:33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09847-A688-4E7F-8CD8-18D5FE30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Describe the action before interpreting it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What further moments would establish a recurring gesture?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5D0C5-E6DE-4865-862F-106A6A92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Critical Role at 7:28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082CD-C001-40C7-BAE6-10DE6285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9017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BEC4F-587F-41CA-BB19-3F37F0D5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10:36 to 10:46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F3144-915E-4661-8793-0C291E77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Blocking · bodies in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3A827-B0E4-44DB-B1CA-1CD05154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Same line. Same wide view. Change positions, paths and facing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7786B-5F34-4CB2-8249-F19247A0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Who moves, and who stays?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What changes in their distance or orientation?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D8B8D-E2C7-4196-B43A-37ECB471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Blocking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2E423-BF96-4C2A-8837-1CDAEFEC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995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4ED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A5765-3B8B-4F86-89F7-EEC1C42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10:46 to 10:54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61E83-350C-45D9-A99D-447EA9B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Gesturality · an expressive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72453-42E4-49F1-AFF1-41E5F6B8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Keep the feet fixed. Compare an open hand, folded arms and repeated cuff touches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91EC2-1246-4E0F-9615-C2A6F3DF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Name the visible action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What context would change your interpretation?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86836-D507-48B6-A80C-1E2F032F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upgraded Gesturality study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F036A-91D6-4411-81BA-433A67F2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9308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C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1F63C-8245-4864-912D-3D4BED38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10:54 to 11:02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B0747-218C-48E8-A29E-86C7C120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Reaction shot · whose response?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B9D93-BD51-41C1-B7D3-511D7BA3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One response, frozen at 3.0 seconds. Change only the crop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962E2-3B8A-4C46-9227-F1092334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What becomes easier to inspect?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What spatial evidence disappears?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928CD-AA97-416C-9C61-674FA9B9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Reaction shot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32DA4-E95B-4245-A9F0-DE1461E1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7915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C35-F979-4754-8477-7144B39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11:02 to 11:16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3156C-98C0-4116-8EED-49F0C99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A camera choice for a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FAF5-4253-41B4-A614-FF80A735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Choose what the player needs to perceive, then test it with another 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5F0DF-ABC4-4DBC-867C-60F86FAF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Player-controlled, authored, or hybrid camera?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Name one gain, one cost, and one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0860C-C82D-473C-AD54-F79F1887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the frozen response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FA744-4630-4940-B7E8-1BD62718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6959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4ED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C9735-75B2-4A3D-B684-8155645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11:16 to 11:30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8F84-5DBE-4D03-8DC6-808BD5B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One World, Two Media · evidence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EE84F-EBCE-4180-989B-07D2AD4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Show both versions. Speak over both. Let visible evidence support the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253FF-7714-4A40-93C5-A8B3E5C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Survives / Reinvented / Gone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Due September 24, 5 PM Pacific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FE72-C2A8-4CD3-BCF1-6ADD640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assignment and rubric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658EB-69A1-458C-9A45-B9749547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66624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3CE3B-FBAD-4818-8EAE-7847AC5E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11:30 to 11:40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26631-685B-4435-9B46-2871AB60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Ten-minute 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381D5-99ED-42C0-B4A3-4C6F76A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Return at 11:40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DC042-B60C-4BCF-BF74-BF8F989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Take the full ten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EF057-AB10-4A53-84F4-19F1C0B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Show the return time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29F4F-0C0A-4B39-8A65-F004BEF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20887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AC90C-6DB9-4B84-80F2-17C212A3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11:40 to 11:50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5DF8F-7EED-4B13-A2B2-3BA4483F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Mood boards · the shared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A26CA-29EF-40AD-B5E9-84C144B5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A game involving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BCDE-4708-410C-9BEB-E0D981D9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20 to 40 images; visual language, tone, palette and world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File October 1, 5 PM Pacific; five-minute presentations October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F6621-13E4-4481-850E-9C65CC1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the mood-board studio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139C-289E-4B51-A139-1D870FC4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21728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3A1DF-07E5-446C-96F5-AC5D058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11:50 to 12:20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2B7F8-CAAD-448A-9264-F4E3D329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Team Project Time · mood boards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674DC-6ECF-4E80-8F82-1AE0DF6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30 uninterrupted minutes on your team’s actual 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AA046-C79F-4FA3-89B9-2483DE9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Make a coherent section. Explain why its references belong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Keep one unresolved visual choice for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B2327-1AD1-4099-93B0-7BD90D91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the 30-minute work block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2B37-EF64-488E-A508-DCBB2B4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2497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41473-BA56-412B-85B4-4E23ADBA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12:20 to 12:35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F790A-504B-4622-8545-BF914DA5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Team-to-team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E1DC0-DD7F-46E5-9995-5C24529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I Like · I Wish · What 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08C7F-E0D1-4B80-B2CB-A93F43D6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Name a specific strength, a gap, and a possibility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Point to the visual evidence behind your reading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C3302-55FA-4633-A5F8-3D0FCA21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feedback prompts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B752F-650D-4545-9BC9-F9844A2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36294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4ED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FFAEE-BFFA-443B-B17E-3E7FCE5B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12:35 to 12:45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C6F62-0373-4232-A65E-C6C9107A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Revise and divide the 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F5A38-400F-4637-945E-62E66CD7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Make one useful revision. Agree who does what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48563-5463-4A2C-9EB5-5920B9ED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Save the board where the whole team can access it</a:t>
            </a:r>
          </a:p>
          <a:p xmlns:a="http://schemas.openxmlformats.org/drawingml/2006/main">
            <a:pPr>
              <a:def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43C"/>
                </a:solidFill>
                <a:latin typeface="Noto Sans"/>
                <a:ea typeface="Noto Sans"/>
                <a:cs typeface="Noto Sans"/>
              </a:rPr>
              <a:t>• Record one decision and one remaining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7E0DC-8F95-49A7-8337-F99B576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Open the next-step check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9E32B-E6DD-4037-99C3-3660BE59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5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5118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24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0A75A-4E60-4BB8-9C80-BDD9C40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12:45 to 12:50  /  CTIN 290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D940-9C93-45D3-ACAB-AC64AEC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4350" b="1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Exit and next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6CE0B-4DF8-4AFF-97B0-85BBDED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57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One supported observation. One question worth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52BAF-6E77-4ADD-9D64-8A14D4A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57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Video essay: September 24, 5 PM Pacific</a:t>
            </a:r>
          </a:p>
          <a:p xmlns:a="http://schemas.openxmlformats.org/drawingml/2006/main">
            <a:pPr>
              <a:def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F9F5E9"/>
                </a:solidFill>
                <a:latin typeface="Noto Sans"/>
                <a:ea typeface="Noto Sans"/>
                <a:cs typeface="Noto Sans"/>
              </a:rPr>
              <a:t>• Mood board: October 1, 5 PM Pacific; presentations October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16740-9D70-43C7-8B4B-0B7F5CAC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Open the exit reflection (open from the classroom HTML)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D04D3-177C-41A4-9B45-05148CB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C6D3E2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4600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2026-09-21T10:31:07.1340000Z</dcterms:created>
  <dcterms:modified xsi:type="dcterms:W3CDTF">2026-09-21T10:31:07.1340000Z</dcterms:modified>
</coreProperties>
</file>