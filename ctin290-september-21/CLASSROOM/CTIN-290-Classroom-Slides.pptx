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ff1e6e76084fd1" /><Relationship Type="http://schemas.openxmlformats.org/officeDocument/2006/relationships/extended-properties" Target="/docProps/app.xml" Id="Re118db848aea4269" /><Relationship Type="http://schemas.openxmlformats.org/officeDocument/2006/relationships/officeDocument" Target="/ppt/presentation.xml" Id="R86f158b640f54d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d25eb5d25c47b7"/>
  </p:sldMasterIdLst>
  <p:notesMasterIdLst>
    <p:notesMasterId xmlns:r="http://schemas.openxmlformats.org/officeDocument/2006/relationships" r:id="Rc58a7acd6fe64d84"/>
  </p:notesMasterIdLst>
  <p:sldIdLst>
    <p:sldId xmlns:r="http://schemas.openxmlformats.org/officeDocument/2006/relationships" id="256" r:id="R25435ca1180e41c6"/>
    <p:sldId xmlns:r="http://schemas.openxmlformats.org/officeDocument/2006/relationships" id="257" r:id="Rf86b660ebff54adf"/>
    <p:sldId xmlns:r="http://schemas.openxmlformats.org/officeDocument/2006/relationships" id="258" r:id="R2eece5e46cc640c5"/>
    <p:sldId xmlns:r="http://schemas.openxmlformats.org/officeDocument/2006/relationships" id="259" r:id="Rf7ddd36cbd3c49d0"/>
    <p:sldId xmlns:r="http://schemas.openxmlformats.org/officeDocument/2006/relationships" id="260" r:id="R3b38b94a2e094407"/>
    <p:sldId xmlns:r="http://schemas.openxmlformats.org/officeDocument/2006/relationships" id="261" r:id="R5b0a241cec574d3d"/>
    <p:sldId xmlns:r="http://schemas.openxmlformats.org/officeDocument/2006/relationships" id="262" r:id="R29801966493949b5"/>
    <p:sldId xmlns:r="http://schemas.openxmlformats.org/officeDocument/2006/relationships" id="263" r:id="R069c8cf6bdec4494"/>
    <p:sldId xmlns:r="http://schemas.openxmlformats.org/officeDocument/2006/relationships" id="264" r:id="R2acbad06dd534f90"/>
    <p:sldId xmlns:r="http://schemas.openxmlformats.org/officeDocument/2006/relationships" id="265" r:id="R6cc1a47742c34f20"/>
    <p:sldId xmlns:r="http://schemas.openxmlformats.org/officeDocument/2006/relationships" id="266" r:id="R72b99dba7dc24bf4"/>
    <p:sldId xmlns:r="http://schemas.openxmlformats.org/officeDocument/2006/relationships" id="267" r:id="Rb82c25931cda4b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c5c3079a2d41e8" /><Relationship Type="http://schemas.openxmlformats.org/officeDocument/2006/relationships/slideMaster" Target="/ppt/slideMasters/slideMaster1.xml" Id="R4cd25eb5d25c47b7" /><Relationship Type="http://schemas.openxmlformats.org/officeDocument/2006/relationships/notesMaster" Target="/ppt/notesMasters/notesMaster1.xml" Id="Rc58a7acd6fe64d84" /><Relationship Type="http://schemas.openxmlformats.org/officeDocument/2006/relationships/presProps" Target="/ppt/presProps.xml" Id="R95296d3d7b72422a" /><Relationship Type="http://schemas.openxmlformats.org/officeDocument/2006/relationships/tableStyles" Target="/ppt/tableStyles.xml" Id="R7d55a0f6d1fe479e" /><Relationship Type="http://schemas.openxmlformats.org/officeDocument/2006/relationships/slide" Target="/ppt/slides/slide1.xml" Id="R25435ca1180e41c6" /><Relationship Type="http://schemas.openxmlformats.org/officeDocument/2006/relationships/slide" Target="/ppt/slides/slide2.xml" Id="Rf86b660ebff54adf" /><Relationship Type="http://schemas.openxmlformats.org/officeDocument/2006/relationships/slide" Target="/ppt/slides/slide3.xml" Id="R2eece5e46cc640c5" /><Relationship Type="http://schemas.openxmlformats.org/officeDocument/2006/relationships/slide" Target="/ppt/slides/slide4.xml" Id="Rf7ddd36cbd3c49d0" /><Relationship Type="http://schemas.openxmlformats.org/officeDocument/2006/relationships/slide" Target="/ppt/slides/slide5.xml" Id="R3b38b94a2e094407" /><Relationship Type="http://schemas.openxmlformats.org/officeDocument/2006/relationships/slide" Target="/ppt/slides/slide6.xml" Id="R5b0a241cec574d3d" /><Relationship Type="http://schemas.openxmlformats.org/officeDocument/2006/relationships/slide" Target="/ppt/slides/slide7.xml" Id="R29801966493949b5" /><Relationship Type="http://schemas.openxmlformats.org/officeDocument/2006/relationships/slide" Target="/ppt/slides/slide8.xml" Id="R069c8cf6bdec4494" /><Relationship Type="http://schemas.openxmlformats.org/officeDocument/2006/relationships/slide" Target="/ppt/slides/slide9.xml" Id="R2acbad06dd534f90" /><Relationship Type="http://schemas.openxmlformats.org/officeDocument/2006/relationships/slide" Target="/ppt/slides/slide10.xml" Id="R6cc1a47742c34f20" /><Relationship Type="http://schemas.openxmlformats.org/officeDocument/2006/relationships/slide" Target="/ppt/slides/slide11.xml" Id="R72b99dba7dc24bf4" /><Relationship Type="http://schemas.openxmlformats.org/officeDocument/2006/relationships/slide" Target="/ppt/slides/slide12.xml" Id="Rb82c25931cda4b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4251025a4f4b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2ee26da4de4be7" /><Relationship Type="http://schemas.openxmlformats.org/officeDocument/2006/relationships/notesMaster" Target="/ppt/notesMasters/notesMaster1.xml" Id="Ra0a7e2035ff14b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403cdc68f94b51" /><Relationship Type="http://schemas.openxmlformats.org/officeDocument/2006/relationships/notesMaster" Target="/ppt/notesMasters/notesMaster1.xml" Id="R7ba9b94fa58740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5c928b1e0e84f5a" /><Relationship Type="http://schemas.openxmlformats.org/officeDocument/2006/relationships/notesMaster" Target="/ppt/notesMasters/notesMaster1.xml" Id="R26a4e1624be045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6210aa60a04dc4" /><Relationship Type="http://schemas.openxmlformats.org/officeDocument/2006/relationships/notesMaster" Target="/ppt/notesMasters/notesMaster1.xml" Id="Ra05f87a5900a4e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0932f4c2524bed" /><Relationship Type="http://schemas.openxmlformats.org/officeDocument/2006/relationships/notesMaster" Target="/ppt/notesMasters/notesMaster1.xml" Id="R3e8732d80cf04f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018ba4e6ea426b" /><Relationship Type="http://schemas.openxmlformats.org/officeDocument/2006/relationships/notesMaster" Target="/ppt/notesMasters/notesMaster1.xml" Id="R6ba031c1f9a249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e2e440ba284dda" /><Relationship Type="http://schemas.openxmlformats.org/officeDocument/2006/relationships/notesMaster" Target="/ppt/notesMasters/notesMaster1.xml" Id="R6a83e39707ef4a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81b8c0fec747a7" /><Relationship Type="http://schemas.openxmlformats.org/officeDocument/2006/relationships/notesMaster" Target="/ppt/notesMasters/notesMaster1.xml" Id="R3a43114af57b40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7408d49c37477d" /><Relationship Type="http://schemas.openxmlformats.org/officeDocument/2006/relationships/notesMaster" Target="/ppt/notesMasters/notesMaster1.xml" Id="R1201ad62c67d4d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66a4b65af848ef" /><Relationship Type="http://schemas.openxmlformats.org/officeDocument/2006/relationships/notesMaster" Target="/ppt/notesMasters/notesMaster1.xml" Id="Rd1ee19294d314a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e9a59800144e82" /><Relationship Type="http://schemas.openxmlformats.org/officeDocument/2006/relationships/notesMaster" Target="/ppt/notesMasters/notesMaster1.xml" Id="R0175a855c48f41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8020543dfc40e8" /><Relationship Type="http://schemas.openxmlformats.org/officeDocument/2006/relationships/notesMaster" Target="/ppt/notesMasters/notesMaster1.xml" Id="R4ae1606154e84d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Source: https://www.youtube.com/watch?v=3Mbynm0pGX0&amp;t=0s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Source: https://www.youtube.com/watch?v=DSCKfXpAGHc&amp;t=0s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Source: https://www.youtube.com/watch?v=3Mbynm0pGX0&amp;t=448s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CTIN 290, September 21, 2026. Course syllabus and rubric supplied by Gordon. Use the accompanying classroom.html for local interactive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a4881ad3954e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25154c15754ecd" /><Relationship Type="http://schemas.openxmlformats.org/officeDocument/2006/relationships/slideLayout" Target="/ppt/slideLayouts/slideLayout1.xml" Id="R1dbd3a04f21a42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bd3a04f21a42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4d88151da44e5" /><Relationship Type="http://schemas.openxmlformats.org/officeDocument/2006/relationships/notesSlide" Target="/ppt/notesSlides/notesSlide1.xml" Id="R2ac36f84ecfd46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ae8cc084684fdd" /><Relationship Type="http://schemas.openxmlformats.org/officeDocument/2006/relationships/notesSlide" Target="/ppt/notesSlides/notesSlide2.xml" Id="R04e571de8d8a41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e3141f3b241d5" /><Relationship Type="http://schemas.openxmlformats.org/officeDocument/2006/relationships/notesSlide" Target="/ppt/notesSlides/notesSlide3.xml" Id="R3062da7e1b8940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7954fd35d4042" /><Relationship Type="http://schemas.openxmlformats.org/officeDocument/2006/relationships/notesSlide" Target="/ppt/notesSlides/notesSlide4.xml" Id="R4421fda9005a45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9cea804cb468e" /><Relationship Type="http://schemas.openxmlformats.org/officeDocument/2006/relationships/notesSlide" Target="/ppt/notesSlides/notesSlide5.xml" Id="R88228485b8414d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4d0e510c744d85" /><Relationship Type="http://schemas.openxmlformats.org/officeDocument/2006/relationships/notesSlide" Target="/ppt/notesSlides/notesSlide6.xml" Id="R1f440f45e7c84d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e68f50b2d4765" /><Relationship Type="http://schemas.openxmlformats.org/officeDocument/2006/relationships/notesSlide" Target="/ppt/notesSlides/notesSlide7.xml" Id="Rdf077c6754da47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42f0c0fe1431d" /><Relationship Type="http://schemas.openxmlformats.org/officeDocument/2006/relationships/notesSlide" Target="/ppt/notesSlides/notesSlide8.xml" Id="R365e99dfb0ab4e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dc4dbfe7f4401" /><Relationship Type="http://schemas.openxmlformats.org/officeDocument/2006/relationships/notesSlide" Target="/ppt/notesSlides/notesSlide9.xml" Id="Rcf8975ea2b7047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a381df7ee4bac" /><Relationship Type="http://schemas.openxmlformats.org/officeDocument/2006/relationships/notesSlide" Target="/ppt/notesSlides/notesSlide10.xml" Id="R42309e948535449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d2d4f55924edf" /><Relationship Type="http://schemas.openxmlformats.org/officeDocument/2006/relationships/notesSlide" Target="/ppt/notesSlides/notesSlide11.xml" Id="R6513c931dfaa4b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45427485294e5a" /><Relationship Type="http://schemas.openxmlformats.org/officeDocument/2006/relationships/notesSlide" Target="/ppt/notesSlides/notesSlide12.xml" Id="R43d5e7a49cfc4e4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4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B9ADF-0D90-4FEC-B115-B6A1EDB7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10:00 to 10:08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F8D46-23DB-4DD1-901E-8EC42783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Sound and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6445C-3824-49C8-9790-C6504478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The strike stays the same. The sound moves in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AC25DB-2619-4D6F-8FD7-7B27E985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Before contact, with contact, or after contact?</a:t>
            </a:r>
          </a:p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Which visible event supports your answer?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66B37F-A6A6-42A8-9201-F1D8BEC1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Open the sound-and-action lab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B5781-7FF8-453B-82D0-5D7C97B5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43056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4CB9F4-2258-456D-A2C3-F4765028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10:08 to 10:10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47541-91B3-483E-8D2A-45CB31DE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Who chooses the view?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CDE01-D5FE-443F-926D-8A0AE063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What does the camera help you notice, and what can you no longer choose to watch?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EC3A8-477D-4263-8AB6-3E9A4003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Keep one visible action and its timestamp</a:t>
            </a:r>
          </a:p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Separate what you see from what you infer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C4C3F-CF1B-43C6-9DBD-FF7CB358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Show the viewing question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EB21C-D9E4-4DEC-A81E-5581E8FB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718889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4ED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E7E7E-ACE0-4F92-A1E1-BE4BDD27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10:10 to 10:40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0C02BC-C1DA-4127-BA51-83DE631A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Critical Role: the cold open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59A23-7506-4406-B792-152AE222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Main screening: 0:00 to 18:51. Notice how a character becomes legible at the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74001-FD86-4AE8-AFDE-BCA44AF1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What action or arrangement can you point to?</a:t>
            </a:r>
          </a:p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What was described aloud, and what was visible?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62523-A520-4A48-8EAD-8E3E1C94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Play Critical Role from 0:00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6EA76-36D9-41C8-AD91-7C60F9DB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3527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24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9048A3-4DE6-4543-B6DB-03667312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10:40 to 10:55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87F833-2F01-4AFB-A7C4-88EAF55A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Three performance tools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D3274-4E4D-47EC-98A7-3B859FFB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Blocking changes the arrangement. Gesture changes the body. Framing changes the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B571E0-641A-41D4-BEC9-C96A1BD9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Keep the wide view locked for blocking</a:t>
            </a:r>
          </a:p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Keep the feet fixed for gesture; freeze the response for framing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5025AE-AEF6-4A8F-A15E-D7B3B892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Open the performance studio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8A4D6-450D-4632-BF1F-15EDC4AF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93901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204D2-820C-48CC-8FAD-9FBCD3DE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10:55 to 11:05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5FAF8-340C-4EAB-A7FB-E6D9F7B9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Ten-minute break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6FE1B9-6EC3-42BE-91F4-799A1E13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We return at 11:05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1F6C8-F7F5-4E9D-82D5-AFB63246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Ten full minutes</a:t>
            </a:r>
          </a:p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Next: the official Hamilton trailer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EF9327-1F4B-47EE-B0EB-313E06B7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Show the break slide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C78E0-BE91-4704-9C5E-2DAEBA04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837812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4ED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C501F-262D-4015-96FD-5084DB51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11:05 to 11:30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59758-23BF-4FD5-AFC6-E59DD816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Hamilton: one trailer, three views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11042C-68EA-4748-A493-40EDF3B6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The same one-minute trailer: with sound, muted, then calling the cuts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D4D1A-F189-4DF9-92F3-8C73EAED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What does a closer view give you?</a:t>
            </a:r>
          </a:p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Which simultaneous action becomes harder to inspect?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E36CA-053B-4533-B09D-00497738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Play the official Hamilton trailer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E77A63-DD55-45FB-850E-3F7F2A4F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00040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FC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16001D-A17F-4CC2-B444-357669DE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11:30 to 11:38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E72FD-978E-4B54-B0FF-ACAFE7D0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Critical Role: a second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E7F5D5-FF04-4637-8E3D-4F4124D0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Revisit 7:28 to 8:38, inside the opening we watched earlier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42723-BCCE-4C58-BA9A-4A27B7C3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Name the visible action before interpreting it</a:t>
            </a:r>
          </a:p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Does the longer opening support a repeated pattern?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CE4C2-0EAB-4064-9C61-3BF5AECB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Revisit Critical Role at 7:28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4D826-388A-4BA5-8F94-CCF48440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08320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24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D76BD-B91A-4164-B2D6-C8854570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11:38 to 11:50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CF8593-4B3B-4D6C-B3AE-970A286F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A camera choice for a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6DE87-A027-4A6D-9314-CFC90AB0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Choose what a player can inspect during a moment of performance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B8220-A7A2-4399-A8D5-88F5C26F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Player-controlled, authored, or hybrid camera?</a:t>
            </a:r>
          </a:p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What is the gain, the cost, and your test?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A09A1-511C-4AFC-B9E4-A02AC069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Compare the camera crops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81F2E8-907E-483D-A0CD-374F3FB9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103502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4ED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CCFC87-7611-4FC8-A113-ACB6AB9C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11:50 to 11:55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BB79B-9F18-47DB-964B-5FC969BE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One World, Two Media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A2A75-3B3B-48C9-8040-8B30B004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Your 3 to 5 minute video essay compares the same story or world across two media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5254C-F780-4798-BE20-784DB162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Show both versions and speak over both</a:t>
            </a:r>
          </a:p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Due Thursday September 24, 5 PM Pacific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81F64-9DD3-4F27-AEA8-60920CB8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Open the assignment and rubric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138215-6F2E-447C-B636-9462CC91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62656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3CA08-75FC-4E32-806F-8ADF91BE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11:55 to 12:15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14CAB4-06E1-4DEE-94C3-E0D98B2F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Evidence rehearsal and feedback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EC8A6-9E7B-41C2-8D68-886E3B3D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Rehearse one claim and the evidence you will show from each 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65E7E-2349-47DF-AAF1-56389D49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Which frame, action, or cut supports the claim?</a:t>
            </a:r>
          </a:p>
          <a:p xmlns:a="http://schemas.openxmlformats.org/drawingml/2006/main">
            <a:pPr>
              <a:def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7243C"/>
                </a:solidFill>
                <a:latin typeface="Noto Sans"/>
                <a:ea typeface="Noto Sans"/>
                <a:cs typeface="Noto Sans"/>
              </a:rPr>
              <a:t>• What needs to be found or checked?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DDEFF-9E9A-44AE-9E31-D6D80D22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Open digital notes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10D1CA-A135-49D7-B7A6-62B0129D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526175"/>
                </a:solidFill>
                <a:latin typeface="Noto Sans"/>
                <a:ea typeface="Noto Sans"/>
                <a:cs typeface="Noto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918165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24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3E450-90C9-4FD7-B68B-A0C144BB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12:15 to 12:45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222D3-C891-4425-AFF2-164210CB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Thirty minutes with your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4605E-32F3-4BDE-9DCF-D72E1EC6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12:15 to 12:45: work on your actual board for a game involving collaboration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07838-DE59-4F93-BCEA-2E979376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Which visual choice will your team improve?</a:t>
            </a:r>
          </a:p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Keep the board somewhere everyone can access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6C258-D532-4C10-930F-D8AC39A8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Open the mood-board studio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8B1A8-E3D1-453B-B4FC-58C459FB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75546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24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74292-3316-4320-B940-BC693442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12:45 to 12:50  /  CTIN 290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BEAAF0-160C-4895-ACA5-D65DC6D7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4350" b="1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One observation, one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628437-9762-4FB2-AA09-45AABEA0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One term you learned today and where you saw it. One thing you are still unsure 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274A5-68DD-4F95-AF4A-4F47B4EA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10572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Save your notes and check shared board access</a:t>
            </a:r>
          </a:p>
          <a:p xmlns:a="http://schemas.openxmlformats.org/drawingml/2006/main">
            <a:pPr>
              <a:def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F9F5E9"/>
                </a:solidFill>
                <a:latin typeface="Noto Sans"/>
                <a:ea typeface="Noto Sans"/>
                <a:cs typeface="Noto Sans"/>
              </a:rPr>
              <a:t>• Finish at 12:50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69EB6-EB1B-4E9C-A105-C16B6BE4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98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Save your notes (open from the classroom HTML)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0BE409-CAB2-429C-A28F-5BD4F7FC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C6D3E2"/>
                </a:solidFill>
                <a:latin typeface="Noto Sans"/>
                <a:ea typeface="Noto Sans"/>
                <a:cs typeface="Noto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129956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2026-09-21T11:37:38.9640000Z</dcterms:created>
  <dcterms:modified xsi:type="dcterms:W3CDTF">2026-09-21T11:37:38.9650000Z</dcterms:modified>
</coreProperties>
</file>